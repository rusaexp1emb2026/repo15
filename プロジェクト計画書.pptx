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0F56D-5242-F90F-9D6A-B5E805065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350753A-359B-6E98-F7F6-1B3F71888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5BF3AF-B01D-81A2-2BF1-1E1D6B77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DF6C4A-6288-1615-6E57-7A111908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C728B1-3B7E-BF0D-0630-4A2C05C09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34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FE2302-8819-4DBB-7140-066BB268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81AAF7-DD81-08A1-FA79-DAF54A1F2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5DBB7E-E009-9C96-DC1C-52EAF9D1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B5B5CF-9D48-275C-4C54-D8301875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77CE0-9B30-9C59-7AD8-99A68E7D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66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1AF407-99EB-0CFC-E955-D6E789137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A922FC-120C-16E1-B181-96452529E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ACBBB4-71EC-0F97-1DDF-93218997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2E1A4F-92EE-5733-EB82-011E5D5E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08F2B0-BE96-94D4-A73F-E1B82E863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17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81E088-572D-0587-F22D-61847BE9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CC9A77-B3C8-D4FC-ED3D-DC685E351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B2D19C-3895-B59E-077D-9D73628FA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809242-337F-1A5E-0D40-8F6052D4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6D76FD-5273-6857-A45F-D9C281BCB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FBD594-DF93-732E-EDEB-E531CFCF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5777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7B6BC9-C083-993E-257E-E90025EA3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CACE01-4A25-B1CE-C933-BE8009D5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DA754C-6CF0-A656-9DC8-BEFDD0D7E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9CC6DE-164B-F6B6-BCD2-8AD5783FD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566DA4-B469-F5B5-E0D5-416548055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BE097AC-8BA3-CE67-5B9C-438B0701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D6ABF1-E831-1036-CD2F-B64D03E3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EAB5E16-E64E-A2B5-EF3A-CF807BAA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15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74E349-B913-9BA0-6C32-49ECD807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A905175-A7CC-BA09-8E0A-B92357B0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667242-AC23-A2B0-D64B-458534F6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398603-8CF3-780F-9679-87DC7A77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3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AA682B2-59F0-BC71-B36C-C93229C9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B4A37A-0E59-0F6E-8754-51443541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562CD0-21AE-3758-921D-13D0B09E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61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B29A21-8C0B-738F-3F20-C5416B0E2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51EAAE-538A-D82B-C789-95CAEFC05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CBB6C9-43BF-6D2F-1564-7CA106AC5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B676AD-C161-1C6C-BF30-ACFF9FCD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DE1E78-8D04-8BE0-D5C0-1C4FADC60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F21902-E0A3-17F7-D524-F82147DA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16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37F53E-CA84-5232-6CD5-F51AF3BBB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137CE8F-00CF-0879-F5A2-B4C37C448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DB4AB6-A6AF-2DE8-5771-B56664424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51D8BE-B774-6117-A92C-3130B8FC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C653B5-22D1-C998-2C28-98A7BC44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92D320-4237-CE6D-77A1-C345A12DD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4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01F7A0-C15E-18F5-0E49-EE20A2325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627A0B-3B75-A4E3-D655-BB9D2B51B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EBECC6-1268-A8CD-DFCB-62C5441B9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27F0F7-6857-7A4F-4F4B-D7362C3C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35A4FE-E733-8E06-7A1B-01B1DF38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0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0EB1000-AD02-97B7-707B-F40A2AED3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C6CF99-0494-203D-84A6-3222DC197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612DAF-EAE3-F04F-0BD7-9718B533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FE426A-4F7C-3593-3D7D-D4074F93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95EDC9-EEB5-BE74-FF6E-1C65652B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53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5C7AF3-466F-55C5-627A-48A45F6C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60B7C6-5B93-30D4-C3F4-7C8B918D4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91F441-8444-0BF3-6553-E6F15C622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FF67E-98FE-4C1A-BF2F-5D632B11C3C2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A278AA-1D9D-C0A5-E1B5-0CA79708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E6CE75-A3A2-4E91-9F2E-7F42844B8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762D1-682E-4B5A-9A50-15EA3DE9D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94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9798CFD-AF98-F3DB-A6FF-239927656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718567"/>
              </p:ext>
            </p:extLst>
          </p:nvPr>
        </p:nvGraphicFramePr>
        <p:xfrm>
          <a:off x="0" y="-21755"/>
          <a:ext cx="12192000" cy="7406640"/>
        </p:xfrm>
        <a:graphic>
          <a:graphicData uri="http://schemas.openxmlformats.org/drawingml/2006/table">
            <a:tbl>
              <a:tblPr bandRow="1">
                <a:tableStyleId>{08FB837D-C827-4EFA-A057-4D05807E0F7C}</a:tableStyleId>
              </a:tblPr>
              <a:tblGrid>
                <a:gridCol w="2438022">
                  <a:extLst>
                    <a:ext uri="{9D8B030D-6E8A-4147-A177-3AD203B41FA5}">
                      <a16:colId xmlns:a16="http://schemas.microsoft.com/office/drawing/2014/main" val="3693709752"/>
                    </a:ext>
                  </a:extLst>
                </a:gridCol>
                <a:gridCol w="1026537">
                  <a:extLst>
                    <a:ext uri="{9D8B030D-6E8A-4147-A177-3AD203B41FA5}">
                      <a16:colId xmlns:a16="http://schemas.microsoft.com/office/drawing/2014/main" val="879529637"/>
                    </a:ext>
                  </a:extLst>
                </a:gridCol>
                <a:gridCol w="1528923">
                  <a:extLst>
                    <a:ext uri="{9D8B030D-6E8A-4147-A177-3AD203B41FA5}">
                      <a16:colId xmlns:a16="http://schemas.microsoft.com/office/drawing/2014/main" val="2721006143"/>
                    </a:ext>
                  </a:extLst>
                </a:gridCol>
                <a:gridCol w="1255010">
                  <a:extLst>
                    <a:ext uri="{9D8B030D-6E8A-4147-A177-3AD203B41FA5}">
                      <a16:colId xmlns:a16="http://schemas.microsoft.com/office/drawing/2014/main" val="3227316616"/>
                    </a:ext>
                  </a:extLst>
                </a:gridCol>
                <a:gridCol w="1255010">
                  <a:extLst>
                    <a:ext uri="{9D8B030D-6E8A-4147-A177-3AD203B41FA5}">
                      <a16:colId xmlns:a16="http://schemas.microsoft.com/office/drawing/2014/main" val="2484065265"/>
                    </a:ext>
                  </a:extLst>
                </a:gridCol>
                <a:gridCol w="1229021">
                  <a:extLst>
                    <a:ext uri="{9D8B030D-6E8A-4147-A177-3AD203B41FA5}">
                      <a16:colId xmlns:a16="http://schemas.microsoft.com/office/drawing/2014/main" val="192567986"/>
                    </a:ext>
                  </a:extLst>
                </a:gridCol>
                <a:gridCol w="1115228">
                  <a:extLst>
                    <a:ext uri="{9D8B030D-6E8A-4147-A177-3AD203B41FA5}">
                      <a16:colId xmlns:a16="http://schemas.microsoft.com/office/drawing/2014/main" val="3628455436"/>
                    </a:ext>
                  </a:extLst>
                </a:gridCol>
                <a:gridCol w="1115228">
                  <a:extLst>
                    <a:ext uri="{9D8B030D-6E8A-4147-A177-3AD203B41FA5}">
                      <a16:colId xmlns:a16="http://schemas.microsoft.com/office/drawing/2014/main" val="2009369046"/>
                    </a:ext>
                  </a:extLst>
                </a:gridCol>
                <a:gridCol w="1229021">
                  <a:extLst>
                    <a:ext uri="{9D8B030D-6E8A-4147-A177-3AD203B41FA5}">
                      <a16:colId xmlns:a16="http://schemas.microsoft.com/office/drawing/2014/main" val="2978207761"/>
                    </a:ext>
                  </a:extLst>
                </a:gridCol>
              </a:tblGrid>
              <a:tr h="31092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b="1" dirty="0"/>
                        <a:t>担当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6/17 4</a:t>
                      </a:r>
                      <a:r>
                        <a:rPr kumimoji="1" lang="ja-JP" altLang="en-US" b="1" dirty="0"/>
                        <a:t>限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6/24 3</a:t>
                      </a:r>
                      <a:r>
                        <a:rPr kumimoji="1" lang="ja-JP" altLang="en-US" b="1" dirty="0"/>
                        <a:t>限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6/24</a:t>
                      </a:r>
                      <a:r>
                        <a:rPr kumimoji="1" lang="ja-JP" altLang="en-US" b="1" dirty="0"/>
                        <a:t> </a:t>
                      </a:r>
                      <a:r>
                        <a:rPr kumimoji="1" lang="en-US" altLang="ja-JP" b="1" dirty="0"/>
                        <a:t>4</a:t>
                      </a:r>
                      <a:r>
                        <a:rPr kumimoji="1" lang="ja-JP" altLang="en-US" b="1" dirty="0"/>
                        <a:t>限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7/1</a:t>
                      </a:r>
                      <a:r>
                        <a:rPr kumimoji="1" lang="ja-JP" altLang="en-US" b="1" dirty="0"/>
                        <a:t> </a:t>
                      </a:r>
                      <a:r>
                        <a:rPr kumimoji="1" lang="en-US" altLang="ja-JP" b="1" dirty="0"/>
                        <a:t>3</a:t>
                      </a:r>
                      <a:r>
                        <a:rPr kumimoji="1" lang="ja-JP" altLang="en-US" b="1" dirty="0"/>
                        <a:t>限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7/1 4</a:t>
                      </a:r>
                      <a:r>
                        <a:rPr kumimoji="1" lang="ja-JP" altLang="en-US" b="1" dirty="0"/>
                        <a:t>限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7/8 3</a:t>
                      </a:r>
                      <a:r>
                        <a:rPr kumimoji="1" lang="ja-JP" altLang="en-US" b="1" dirty="0"/>
                        <a:t>限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1" dirty="0"/>
                        <a:t>7/8 4</a:t>
                      </a:r>
                      <a:r>
                        <a:rPr kumimoji="1" lang="ja-JP" altLang="en-US" b="1" dirty="0"/>
                        <a:t>限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99711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要求仕様・設計のみなおし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全員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187100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lang="ja-JP" altLang="ja-JP" dirty="0"/>
                        <a:t>センサデータ管理⽤プログラム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今岡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96124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lang="ja-JP" altLang="ja-JP" dirty="0"/>
                        <a:t>⼈感検知⽤プログラム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北廣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29639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lang="ja-JP" altLang="ja-JP" dirty="0"/>
                        <a:t>⾳声通知・出⼒⽤プログラム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福井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465998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lang="ja-JP" altLang="ja-JP" dirty="0"/>
                        <a:t>ログ管理⽤プログラム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長谷川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30397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センサデータ管理テスト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全員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344650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人感検知用プログラムテスト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/>
                        <a:t>全員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925181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lang="ja-JP" altLang="ja-JP" dirty="0"/>
                        <a:t>⾳声通知・出⼒⽤プログラム</a:t>
                      </a:r>
                      <a:r>
                        <a:rPr lang="ja-JP" altLang="en-US" dirty="0"/>
                        <a:t>テスト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/>
                        <a:t>全員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635030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lang="ja-JP" altLang="ja-JP" dirty="0"/>
                        <a:t>ログ管理⽤プログラム</a:t>
                      </a:r>
                      <a:r>
                        <a:rPr lang="ja-JP" altLang="en-US" dirty="0"/>
                        <a:t>テスト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/>
                        <a:t>全員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843306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システムテスト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/>
                        <a:t>全員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168943"/>
                  </a:ext>
                </a:extLst>
              </a:tr>
              <a:tr h="54411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成果発表資料作成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/>
                        <a:t>全員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042696"/>
                  </a:ext>
                </a:extLst>
              </a:tr>
            </a:tbl>
          </a:graphicData>
        </a:graphic>
      </p:graphicFrame>
      <p:sp>
        <p:nvSpPr>
          <p:cNvPr id="7" name="矢印: 右 6">
            <a:extLst>
              <a:ext uri="{FF2B5EF4-FFF2-40B4-BE49-F238E27FC236}">
                <a16:creationId xmlns:a16="http://schemas.microsoft.com/office/drawing/2014/main" id="{B943EA21-75AA-34F1-2D67-8B18791AAE45}"/>
              </a:ext>
            </a:extLst>
          </p:cNvPr>
          <p:cNvSpPr/>
          <p:nvPr/>
        </p:nvSpPr>
        <p:spPr>
          <a:xfrm>
            <a:off x="3465096" y="483142"/>
            <a:ext cx="1540042" cy="38060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AD6A8191-2553-B196-1E6A-D5F33192492C}"/>
              </a:ext>
            </a:extLst>
          </p:cNvPr>
          <p:cNvSpPr/>
          <p:nvPr/>
        </p:nvSpPr>
        <p:spPr>
          <a:xfrm>
            <a:off x="4407207" y="1088741"/>
            <a:ext cx="3068414" cy="44724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D8AF3522-99F4-63DC-F6A9-96A6798107FC}"/>
              </a:ext>
            </a:extLst>
          </p:cNvPr>
          <p:cNvSpPr/>
          <p:nvPr/>
        </p:nvSpPr>
        <p:spPr>
          <a:xfrm>
            <a:off x="4407206" y="1679113"/>
            <a:ext cx="3068413" cy="44724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C1C3C925-1D43-0E98-C4A9-AE2F9340DEB6}"/>
              </a:ext>
            </a:extLst>
          </p:cNvPr>
          <p:cNvSpPr/>
          <p:nvPr/>
        </p:nvSpPr>
        <p:spPr>
          <a:xfrm>
            <a:off x="4407206" y="2330435"/>
            <a:ext cx="3068414" cy="44724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9DB2141B-ADDB-486D-1296-51A6A2E0C237}"/>
              </a:ext>
            </a:extLst>
          </p:cNvPr>
          <p:cNvSpPr/>
          <p:nvPr/>
        </p:nvSpPr>
        <p:spPr>
          <a:xfrm>
            <a:off x="4407206" y="2981757"/>
            <a:ext cx="3068414" cy="44005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72A7EA6E-1A89-582F-318D-9875314E52AB}"/>
              </a:ext>
            </a:extLst>
          </p:cNvPr>
          <p:cNvSpPr/>
          <p:nvPr/>
        </p:nvSpPr>
        <p:spPr>
          <a:xfrm>
            <a:off x="7475619" y="3674065"/>
            <a:ext cx="2342149" cy="40186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A141A66D-2A90-2C18-17E7-306C5E776CFB}"/>
              </a:ext>
            </a:extLst>
          </p:cNvPr>
          <p:cNvSpPr/>
          <p:nvPr/>
        </p:nvSpPr>
        <p:spPr>
          <a:xfrm>
            <a:off x="9817768" y="6241048"/>
            <a:ext cx="1140042" cy="39512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A7D879A4-99DA-57A8-5A6F-8512A4D16ED2}"/>
              </a:ext>
            </a:extLst>
          </p:cNvPr>
          <p:cNvSpPr/>
          <p:nvPr/>
        </p:nvSpPr>
        <p:spPr>
          <a:xfrm>
            <a:off x="3465096" y="6858000"/>
            <a:ext cx="8726904" cy="3050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0C540936-38B8-78D5-8569-E25053C01F7B}"/>
              </a:ext>
            </a:extLst>
          </p:cNvPr>
          <p:cNvSpPr/>
          <p:nvPr/>
        </p:nvSpPr>
        <p:spPr>
          <a:xfrm>
            <a:off x="7475619" y="4325387"/>
            <a:ext cx="2342149" cy="40186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22072ED5-E84E-108A-26C9-464B85C1AFE7}"/>
              </a:ext>
            </a:extLst>
          </p:cNvPr>
          <p:cNvSpPr/>
          <p:nvPr/>
        </p:nvSpPr>
        <p:spPr>
          <a:xfrm>
            <a:off x="7475619" y="4969524"/>
            <a:ext cx="2342149" cy="40186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8181534C-9EAF-ACCA-94B8-0080526936B1}"/>
              </a:ext>
            </a:extLst>
          </p:cNvPr>
          <p:cNvSpPr/>
          <p:nvPr/>
        </p:nvSpPr>
        <p:spPr>
          <a:xfrm>
            <a:off x="7475619" y="5586475"/>
            <a:ext cx="2342149" cy="40186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41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cb7fcd-0019-443b-a50f-978e56686e5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9E0E637DC45374FA9E4B2E27FF2045A" ma:contentTypeVersion="8" ma:contentTypeDescription="新しいドキュメントを作成します。" ma:contentTypeScope="" ma:versionID="7cb98beefc655041f216ca7e89f9d403">
  <xsd:schema xmlns:xsd="http://www.w3.org/2001/XMLSchema" xmlns:xs="http://www.w3.org/2001/XMLSchema" xmlns:p="http://schemas.microsoft.com/office/2006/metadata/properties" xmlns:ns3="75cb7fcd-0019-443b-a50f-978e56686e52" targetNamespace="http://schemas.microsoft.com/office/2006/metadata/properties" ma:root="true" ma:fieldsID="a71e49dc1bce9e1c51f75243760057a9" ns3:_="">
    <xsd:import namespace="75cb7fcd-0019-443b-a50f-978e56686e5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b7fcd-0019-443b-a50f-978e56686e5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AF047E-2F99-4244-809E-15EB4D39BC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B50901-1F76-4C1B-AA84-F9446AE1414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75cb7fcd-0019-443b-a50f-978e56686e52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E996A31-C420-42F0-85B9-22DF549F3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cb7fcd-0019-443b-a50f-978e56686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449438d-3606-490b-844f-c4e15e535fca}" enabled="0" method="" siteId="{a449438d-3606-490b-844f-c4e15e535f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77</Words>
  <Application>Microsoft Office PowerPoint</Application>
  <PresentationFormat>ワイド画面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北廣 勇吾(is0824hi)</dc:creator>
  <cp:lastModifiedBy>北廣 勇吾(is0824hi)</cp:lastModifiedBy>
  <cp:revision>2</cp:revision>
  <dcterms:created xsi:type="dcterms:W3CDTF">2026-06-10T05:34:57Z</dcterms:created>
  <dcterms:modified xsi:type="dcterms:W3CDTF">2026-06-15T04:10:29Z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0x01010009E0E637DC45374FA9E4B2E27FF2045A</vt:lpwstr>
  </property>
</Properties>
</file>